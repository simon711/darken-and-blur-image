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602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5429"/>
            <a:ext cx="10363200" cy="41385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43533"/>
            <a:ext cx="9144000" cy="28699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8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3549"/>
            <a:ext cx="10515600" cy="494474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55072"/>
            <a:ext cx="10515600" cy="26003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3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1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886"/>
            <a:ext cx="1051560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4016"/>
            <a:ext cx="5157787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42130"/>
            <a:ext cx="515778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4016"/>
            <a:ext cx="5183188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42130"/>
            <a:ext cx="518318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8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2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1539"/>
            <a:ext cx="6172200" cy="844761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7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1539"/>
            <a:ext cx="6172200" cy="844761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883"/>
            <a:ext cx="262890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883"/>
            <a:ext cx="773430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3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886"/>
            <a:ext cx="105156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4417"/>
            <a:ext cx="105156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EC64D-68EF-42A6-8D07-D82CA95E45BA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7CD78-C890-4EF7-BB8B-F8CD7FB79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0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7A21C34-374D-4CB4-83E6-C503C2B38D79}"/>
              </a:ext>
            </a:extLst>
          </p:cNvPr>
          <p:cNvSpPr/>
          <p:nvPr/>
        </p:nvSpPr>
        <p:spPr>
          <a:xfrm>
            <a:off x="3726960" y="1042694"/>
            <a:ext cx="1268361" cy="757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Start</a:t>
            </a:r>
            <a:endParaRPr lang="en-US" sz="180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1895B0-BF51-4727-89DF-F289229ED60B}"/>
              </a:ext>
            </a:extLst>
          </p:cNvPr>
          <p:cNvSpPr/>
          <p:nvPr/>
        </p:nvSpPr>
        <p:spPr>
          <a:xfrm>
            <a:off x="7071106" y="1042694"/>
            <a:ext cx="1268361" cy="757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sz="180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6A57B-C93A-430E-927D-206B0B10C2C0}"/>
              </a:ext>
            </a:extLst>
          </p:cNvPr>
          <p:cNvSpPr/>
          <p:nvPr/>
        </p:nvSpPr>
        <p:spPr>
          <a:xfrm>
            <a:off x="3557352" y="7009165"/>
            <a:ext cx="1607575" cy="9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Key-in the number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0B087-4D68-4E3A-9694-B80F6DB7C68C}"/>
              </a:ext>
            </a:extLst>
          </p:cNvPr>
          <p:cNvSpPr/>
          <p:nvPr/>
        </p:nvSpPr>
        <p:spPr>
          <a:xfrm>
            <a:off x="3557352" y="2806944"/>
            <a:ext cx="1607575" cy="9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Choose an </a:t>
            </a:r>
          </a:p>
          <a:p>
            <a:pPr algn="ctr"/>
            <a:r>
              <a:rPr lang="en-US" altLang="zh-CN" sz="1600" dirty="0"/>
              <a:t>image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CBAB62-D5E4-4ED1-BE9C-BD5E832E37EB}"/>
              </a:ext>
            </a:extLst>
          </p:cNvPr>
          <p:cNvSpPr/>
          <p:nvPr/>
        </p:nvSpPr>
        <p:spPr>
          <a:xfrm>
            <a:off x="6901500" y="2825377"/>
            <a:ext cx="1607575" cy="9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Save 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444B0D-0A6B-4B6A-9291-492F55B3BD0F}"/>
              </a:ext>
            </a:extLst>
          </p:cNvPr>
          <p:cNvSpPr/>
          <p:nvPr/>
        </p:nvSpPr>
        <p:spPr>
          <a:xfrm>
            <a:off x="3557352" y="9006861"/>
            <a:ext cx="1607575" cy="9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area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16A230-1DF3-403D-A877-6E03B92C8CF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4361140" y="1799779"/>
            <a:ext cx="1" cy="10071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amond 12">
            <a:extLst>
              <a:ext uri="{FF2B5EF4-FFF2-40B4-BE49-F238E27FC236}">
                <a16:creationId xmlns:a16="http://schemas.microsoft.com/office/drawing/2014/main" id="{874CD6D8-A15C-4AD9-9BEE-37EEAE8B4205}"/>
              </a:ext>
            </a:extLst>
          </p:cNvPr>
          <p:cNvSpPr/>
          <p:nvPr/>
        </p:nvSpPr>
        <p:spPr>
          <a:xfrm>
            <a:off x="3353972" y="4635904"/>
            <a:ext cx="2014331" cy="139885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</a:p>
          <a:p>
            <a:pPr algn="ctr"/>
            <a:r>
              <a:rPr lang="en-US" dirty="0"/>
              <a:t>Loaded?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0F1134-C375-4896-87D8-B5794639D8CF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4361139" y="3711513"/>
            <a:ext cx="1" cy="9243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A0FE07E2-C166-4B38-BEA3-2F0EEA0BB575}"/>
              </a:ext>
            </a:extLst>
          </p:cNvPr>
          <p:cNvSpPr/>
          <p:nvPr/>
        </p:nvSpPr>
        <p:spPr>
          <a:xfrm>
            <a:off x="6698125" y="8759719"/>
            <a:ext cx="2014331" cy="139885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Loaded number = input?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51BDF6-CD59-4033-BD59-492331C6A691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4361139" y="6034755"/>
            <a:ext cx="1" cy="9744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9D4B5D-BAD1-4F65-B17B-E4A5981499E1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5164927" y="9459146"/>
            <a:ext cx="15331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540573-566D-4C87-8250-AB5BC65EE301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4361140" y="7913734"/>
            <a:ext cx="0" cy="10931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6B1996-BFA2-4CD6-ACEE-568B4E90264F}"/>
              </a:ext>
            </a:extLst>
          </p:cNvPr>
          <p:cNvCxnSpPr>
            <a:cxnSpLocks/>
            <a:stCxn id="17" idx="0"/>
            <a:endCxn id="80" idx="2"/>
          </p:cNvCxnSpPr>
          <p:nvPr/>
        </p:nvCxnSpPr>
        <p:spPr>
          <a:xfrm flipH="1" flipV="1">
            <a:off x="7705290" y="7895168"/>
            <a:ext cx="1" cy="864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F80BB9-E8AE-4D25-8587-A02A072531E8}"/>
              </a:ext>
            </a:extLst>
          </p:cNvPr>
          <p:cNvCxnSpPr>
            <a:cxnSpLocks/>
            <a:stCxn id="8" idx="0"/>
            <a:endCxn id="5" idx="4"/>
          </p:cNvCxnSpPr>
          <p:nvPr/>
        </p:nvCxnSpPr>
        <p:spPr>
          <a:xfrm flipH="1" flipV="1">
            <a:off x="7705287" y="1799778"/>
            <a:ext cx="1" cy="10255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B49A362-5993-4A1E-8462-92E368E6D4A5}"/>
              </a:ext>
            </a:extLst>
          </p:cNvPr>
          <p:cNvSpPr txBox="1"/>
          <p:nvPr/>
        </p:nvSpPr>
        <p:spPr>
          <a:xfrm>
            <a:off x="1470402" y="2827077"/>
            <a:ext cx="2014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to choose an image from local storage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BA230-03D5-47DE-94B6-8ED88D5AEA5C}"/>
              </a:ext>
            </a:extLst>
          </p:cNvPr>
          <p:cNvSpPr txBox="1"/>
          <p:nvPr/>
        </p:nvSpPr>
        <p:spPr>
          <a:xfrm>
            <a:off x="1237952" y="5012162"/>
            <a:ext cx="2014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if the image is loaded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7639E999-B634-4EFA-9B45-0E900F36CEAA}"/>
              </a:ext>
            </a:extLst>
          </p:cNvPr>
          <p:cNvCxnSpPr>
            <a:cxnSpLocks/>
            <a:stCxn id="13" idx="3"/>
            <a:endCxn id="7" idx="3"/>
          </p:cNvCxnSpPr>
          <p:nvPr/>
        </p:nvCxnSpPr>
        <p:spPr>
          <a:xfrm flipH="1" flipV="1">
            <a:off x="5164926" y="3259228"/>
            <a:ext cx="203377" cy="2076102"/>
          </a:xfrm>
          <a:prstGeom prst="bentConnector3">
            <a:avLst>
              <a:gd name="adj1" fmla="val -14498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53774DD-758E-43EE-BBB1-F2B5C5B202CC}"/>
              </a:ext>
            </a:extLst>
          </p:cNvPr>
          <p:cNvCxnSpPr>
            <a:cxnSpLocks/>
            <a:stCxn id="17" idx="2"/>
            <a:endCxn id="9" idx="2"/>
          </p:cNvCxnSpPr>
          <p:nvPr/>
        </p:nvCxnSpPr>
        <p:spPr>
          <a:xfrm rot="5400000" flipH="1">
            <a:off x="5909645" y="8362926"/>
            <a:ext cx="247142" cy="3344151"/>
          </a:xfrm>
          <a:prstGeom prst="bentConnector3">
            <a:avLst>
              <a:gd name="adj1" fmla="val -19527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236C294-C114-4808-A29C-588B5B17C3F0}"/>
              </a:ext>
            </a:extLst>
          </p:cNvPr>
          <p:cNvSpPr txBox="1"/>
          <p:nvPr/>
        </p:nvSpPr>
        <p:spPr>
          <a:xfrm>
            <a:off x="937807" y="6959147"/>
            <a:ext cx="2609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 out a dialog to let user key-in number of area want to select, default is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64227B-F7AB-403C-8997-A9915BAD02CF}"/>
              </a:ext>
            </a:extLst>
          </p:cNvPr>
          <p:cNvSpPr txBox="1"/>
          <p:nvPr/>
        </p:nvSpPr>
        <p:spPr>
          <a:xfrm>
            <a:off x="8845026" y="4873802"/>
            <a:ext cx="2886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 out a dialog to ask user whether want to save the process image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2C1D57-1B6C-46B7-AD7B-A1AF77195336}"/>
              </a:ext>
            </a:extLst>
          </p:cNvPr>
          <p:cNvSpPr txBox="1"/>
          <p:nvPr/>
        </p:nvSpPr>
        <p:spPr>
          <a:xfrm>
            <a:off x="8845027" y="8964110"/>
            <a:ext cx="2014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is the current area number is same as user input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24E39C-A2C6-479B-884F-A5C121C7A5D9}"/>
              </a:ext>
            </a:extLst>
          </p:cNvPr>
          <p:cNvSpPr txBox="1"/>
          <p:nvPr/>
        </p:nvSpPr>
        <p:spPr>
          <a:xfrm>
            <a:off x="586413" y="8957683"/>
            <a:ext cx="2970940" cy="148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click to create point and straight line and end the area by connecting the end point to the start point or clicking right click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88983F-ADE9-48EF-9C38-7CC49EDA664A}"/>
              </a:ext>
            </a:extLst>
          </p:cNvPr>
          <p:cNvSpPr/>
          <p:nvPr/>
        </p:nvSpPr>
        <p:spPr>
          <a:xfrm>
            <a:off x="6901502" y="6990599"/>
            <a:ext cx="1607575" cy="9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Display result</a:t>
            </a:r>
          </a:p>
        </p:txBody>
      </p:sp>
      <p:sp>
        <p:nvSpPr>
          <p:cNvPr id="82" name="Diamond 81">
            <a:extLst>
              <a:ext uri="{FF2B5EF4-FFF2-40B4-BE49-F238E27FC236}">
                <a16:creationId xmlns:a16="http://schemas.microsoft.com/office/drawing/2014/main" id="{F0C600E8-6280-4486-BDEC-BD3D810AB763}"/>
              </a:ext>
            </a:extLst>
          </p:cNvPr>
          <p:cNvSpPr/>
          <p:nvPr/>
        </p:nvSpPr>
        <p:spPr>
          <a:xfrm>
            <a:off x="6698123" y="4635344"/>
            <a:ext cx="2014331" cy="139885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Want to save?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69C2237-26BA-45FD-8C82-8EDD2BA65F9F}"/>
              </a:ext>
            </a:extLst>
          </p:cNvPr>
          <p:cNvCxnSpPr>
            <a:cxnSpLocks/>
            <a:stCxn id="80" idx="0"/>
            <a:endCxn id="82" idx="2"/>
          </p:cNvCxnSpPr>
          <p:nvPr/>
        </p:nvCxnSpPr>
        <p:spPr>
          <a:xfrm flipH="1" flipV="1">
            <a:off x="7705289" y="6034197"/>
            <a:ext cx="1" cy="9564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6FB7F72-026B-4B61-A6FD-AA077098383C}"/>
              </a:ext>
            </a:extLst>
          </p:cNvPr>
          <p:cNvCxnSpPr>
            <a:cxnSpLocks/>
            <a:stCxn id="82" idx="0"/>
            <a:endCxn id="8" idx="2"/>
          </p:cNvCxnSpPr>
          <p:nvPr/>
        </p:nvCxnSpPr>
        <p:spPr>
          <a:xfrm flipH="1" flipV="1">
            <a:off x="7705288" y="3729946"/>
            <a:ext cx="1" cy="9053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E4045CB-3986-4962-BFF8-4FDA4E8030E6}"/>
              </a:ext>
            </a:extLst>
          </p:cNvPr>
          <p:cNvSpPr txBox="1"/>
          <p:nvPr/>
        </p:nvSpPr>
        <p:spPr>
          <a:xfrm>
            <a:off x="8813409" y="7013398"/>
            <a:ext cx="2014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the processed image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90EACF-9B2A-4AA7-8801-90857F8A994F}"/>
              </a:ext>
            </a:extLst>
          </p:cNvPr>
          <p:cNvSpPr txBox="1"/>
          <p:nvPr/>
        </p:nvSpPr>
        <p:spPr>
          <a:xfrm>
            <a:off x="8712449" y="2797669"/>
            <a:ext cx="2886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to choose location for saving the processed image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E5D1A9BB-9958-41CB-AA4D-39A7C604254B}"/>
              </a:ext>
            </a:extLst>
          </p:cNvPr>
          <p:cNvCxnSpPr>
            <a:cxnSpLocks/>
            <a:stCxn id="82" idx="1"/>
            <a:endCxn id="80" idx="1"/>
          </p:cNvCxnSpPr>
          <p:nvPr/>
        </p:nvCxnSpPr>
        <p:spPr>
          <a:xfrm rot="10800000" flipH="1" flipV="1">
            <a:off x="6698122" y="5334770"/>
            <a:ext cx="203379" cy="2108113"/>
          </a:xfrm>
          <a:prstGeom prst="bentConnector3">
            <a:avLst>
              <a:gd name="adj1" fmla="val -1540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8BE502F-A8DC-4A84-ACAA-DF6E6E72FC1E}"/>
              </a:ext>
            </a:extLst>
          </p:cNvPr>
          <p:cNvSpPr txBox="1"/>
          <p:nvPr/>
        </p:nvSpPr>
        <p:spPr>
          <a:xfrm>
            <a:off x="4379241" y="6289602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76B730-5495-4AA2-B0FE-278F760C5011}"/>
              </a:ext>
            </a:extLst>
          </p:cNvPr>
          <p:cNvSpPr txBox="1"/>
          <p:nvPr/>
        </p:nvSpPr>
        <p:spPr>
          <a:xfrm>
            <a:off x="5633376" y="10258295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CB58AA3-F677-47F5-9F91-07C7206F34AC}"/>
              </a:ext>
            </a:extLst>
          </p:cNvPr>
          <p:cNvSpPr txBox="1"/>
          <p:nvPr/>
        </p:nvSpPr>
        <p:spPr>
          <a:xfrm>
            <a:off x="7691202" y="8205722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D93739E-2EC2-43AD-9FC7-46C312735562}"/>
              </a:ext>
            </a:extLst>
          </p:cNvPr>
          <p:cNvSpPr txBox="1"/>
          <p:nvPr/>
        </p:nvSpPr>
        <p:spPr>
          <a:xfrm>
            <a:off x="7710103" y="4081347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76FA7FC-7303-472C-B0A2-8E9C7771617C}"/>
              </a:ext>
            </a:extLst>
          </p:cNvPr>
          <p:cNvSpPr txBox="1"/>
          <p:nvPr/>
        </p:nvSpPr>
        <p:spPr>
          <a:xfrm>
            <a:off x="5480976" y="4112613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7A43C4A-57C2-428E-9959-40B75A857F9B}"/>
              </a:ext>
            </a:extLst>
          </p:cNvPr>
          <p:cNvSpPr txBox="1"/>
          <p:nvPr/>
        </p:nvSpPr>
        <p:spPr>
          <a:xfrm>
            <a:off x="6255125" y="6230078"/>
            <a:ext cx="79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50671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129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Chong Kai Yuen</dc:creator>
  <cp:lastModifiedBy>Simon Chong Kai Yuen</cp:lastModifiedBy>
  <cp:revision>5</cp:revision>
  <dcterms:created xsi:type="dcterms:W3CDTF">2020-12-22T07:37:05Z</dcterms:created>
  <dcterms:modified xsi:type="dcterms:W3CDTF">2020-12-22T09:09:23Z</dcterms:modified>
</cp:coreProperties>
</file>